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536" y="579358"/>
            <a:ext cx="753045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SIH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26021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Title-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block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chain-based system for honey traceability and smart beekeeping management.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Agriculture,Food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Tech &amp;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Rural Development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ID-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121588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NETHER STACK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err="1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HiveMesh</a:t>
            </a: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-IDEA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3277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NETHER</a:t>
            </a:r>
          </a:p>
          <a:p>
            <a:pPr algn="ctr"/>
            <a:r>
              <a:rPr lang="en-US" dirty="0" smtClean="0"/>
              <a:t>STACK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9969" y="1063837"/>
            <a:ext cx="525108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 smtClean="0">
                <a:latin typeface="Arial" pitchFamily="34" charset="0"/>
                <a:cs typeface="Arial" pitchFamily="34" charset="0"/>
              </a:rPr>
              <a:t>PROPOSED SOLUTION 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endParaRPr lang="en-US" sz="1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9970" y="1619719"/>
            <a:ext cx="622090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HoneyChain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is a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blockchain</a:t>
            </a:r>
            <a:r>
              <a:rPr lang="en-US" dirty="0">
                <a:latin typeface="Arial" pitchFamily="34" charset="0"/>
                <a:cs typeface="Arial" pitchFamily="34" charset="0"/>
              </a:rPr>
              <a:t>-based platform that creates a digital traceable record for every honey batch, from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Hive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→ Harvest → Processing → Packaging → Distribution → Consumer 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299970" y="2984701"/>
            <a:ext cx="6096000" cy="196977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IT COMBINES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 </a:t>
            </a:r>
            <a:r>
              <a:rPr lang="en-IN" dirty="0" err="1" smtClean="0"/>
              <a:t>Blockchain</a:t>
            </a:r>
            <a:r>
              <a:rPr lang="en-IN" dirty="0" smtClean="0"/>
              <a:t>-based traceability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 </a:t>
            </a:r>
            <a:r>
              <a:rPr lang="en-IN" dirty="0"/>
              <a:t>Smart beekeeping </a:t>
            </a:r>
            <a:r>
              <a:rPr lang="en-IN" dirty="0" smtClean="0"/>
              <a:t>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 </a:t>
            </a:r>
            <a:r>
              <a:rPr lang="en-IN" dirty="0"/>
              <a:t>QR-based batch </a:t>
            </a:r>
            <a:r>
              <a:rPr lang="en-IN" dirty="0" smtClean="0"/>
              <a:t>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 </a:t>
            </a:r>
            <a:r>
              <a:rPr lang="en-IN" dirty="0"/>
              <a:t>Hive &amp; production </a:t>
            </a:r>
            <a:r>
              <a:rPr lang="en-IN" dirty="0" smtClean="0"/>
              <a:t>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 </a:t>
            </a:r>
            <a:r>
              <a:rPr lang="en-IN" dirty="0"/>
              <a:t>Transparent supply-chain history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970" y="5090993"/>
            <a:ext cx="622090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INNOVATION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“Every honey batch gets a verifiable digital journey fro hive to consumer”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27" y="1619719"/>
            <a:ext cx="5143946" cy="41151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6048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NETHER </a:t>
            </a:r>
          </a:p>
          <a:p>
            <a:pPr algn="ctr"/>
            <a:r>
              <a:rPr lang="en-US" dirty="0" smtClean="0"/>
              <a:t>STACK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1211769"/>
            <a:ext cx="7382591" cy="45517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0509" y="1211769"/>
            <a:ext cx="3121891" cy="45517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3277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NETHER </a:t>
            </a:r>
          </a:p>
          <a:p>
            <a:pPr algn="ctr"/>
            <a:r>
              <a:rPr lang="en-US" dirty="0" smtClean="0"/>
              <a:t>STACK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212571"/>
            <a:ext cx="9531927" cy="466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58618" y="1203616"/>
            <a:ext cx="8174182" cy="455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32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Targeted </a:t>
            </a:r>
            <a:r>
              <a:rPr lang="en-US" sz="32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For </a:t>
            </a:r>
            <a:r>
              <a:rPr lang="en-US" sz="32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Beekeepers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Digital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hive &amp; harvest </a:t>
            </a:r>
            <a:r>
              <a:rPr lang="en-US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records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Better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production </a:t>
            </a:r>
            <a:r>
              <a:rPr lang="en-US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management Improved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visibility of honey </a:t>
            </a:r>
            <a:r>
              <a:rPr lang="en-US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batches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Easier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record </a:t>
            </a:r>
            <a:r>
              <a:rPr lang="en-US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keeping.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sz="32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For Processors / Distributors Batch-level traceability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Easier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supply-chain </a:t>
            </a:r>
            <a:r>
              <a:rPr lang="en-US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verification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Reduced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dependency on paper </a:t>
            </a:r>
            <a:r>
              <a:rPr lang="en-US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records Improved accountability.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lvl="0" algn="just">
              <a:defRPr/>
            </a:pPr>
            <a:r>
              <a:rPr lang="en-US" sz="32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For Regulators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Transparent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supply-chain </a:t>
            </a:r>
            <a:r>
              <a:rPr lang="en-US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records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Easier </a:t>
            </a:r>
            <a:r>
              <a:rPr lang="en-US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auditingFaster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verification of batch history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4200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NETHER </a:t>
            </a:r>
          </a:p>
          <a:p>
            <a:pPr algn="ctr"/>
            <a:r>
              <a:rPr lang="en-US" dirty="0" smtClean="0"/>
              <a:t>STACK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978" y="1144500"/>
            <a:ext cx="3212044" cy="470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3277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NETHER </a:t>
            </a:r>
          </a:p>
          <a:p>
            <a:pPr algn="ctr"/>
            <a:r>
              <a:rPr lang="en-US" dirty="0" smtClean="0"/>
              <a:t>STACK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58617" y="1102570"/>
            <a:ext cx="1167476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KVIC – Honey </a:t>
            </a:r>
            <a:r>
              <a:rPr lang="en-IN" b="1" dirty="0" smtClean="0"/>
              <a:t>Mission:</a:t>
            </a:r>
          </a:p>
          <a:p>
            <a:r>
              <a:rPr lang="en-IN" dirty="0" smtClean="0"/>
              <a:t>Provides</a:t>
            </a:r>
            <a:r>
              <a:rPr lang="en-IN" b="1" dirty="0" smtClean="0"/>
              <a:t> </a:t>
            </a:r>
            <a:r>
              <a:rPr lang="en-IN" dirty="0"/>
              <a:t>beekeeping training, bee colonies/boxes, toolkits and handholding support to beekeepers. </a:t>
            </a:r>
          </a:p>
          <a:p>
            <a:r>
              <a:rPr lang="en-IN" dirty="0" err="1" smtClean="0"/>
              <a:t>Blockchain</a:t>
            </a:r>
            <a:r>
              <a:rPr lang="en-IN" dirty="0" smtClean="0"/>
              <a:t> </a:t>
            </a:r>
            <a:r>
              <a:rPr lang="en-IN" dirty="0"/>
              <a:t>&amp; Food </a:t>
            </a:r>
            <a:r>
              <a:rPr lang="en-IN" dirty="0" smtClean="0"/>
              <a:t>Traceability</a:t>
            </a:r>
          </a:p>
          <a:p>
            <a:r>
              <a:rPr lang="en-US" dirty="0"/>
              <a:t>KVIC Honey Mission – Government Document⁠</a:t>
            </a:r>
            <a:endParaRPr lang="en-IN" dirty="0"/>
          </a:p>
          <a:p>
            <a:r>
              <a:rPr lang="en-IN" dirty="0" err="1"/>
              <a:t>Blockchain</a:t>
            </a:r>
            <a:r>
              <a:rPr lang="en-IN" dirty="0"/>
              <a:t>-Based Frameworks for Food Traceability: A Systematic </a:t>
            </a:r>
            <a:r>
              <a:rPr lang="en-IN" dirty="0" smtClean="0"/>
              <a:t>Review Foods </a:t>
            </a:r>
            <a:r>
              <a:rPr lang="en-IN" dirty="0"/>
              <a:t>/ MDPI, </a:t>
            </a:r>
            <a:r>
              <a:rPr lang="en-IN" dirty="0" smtClean="0"/>
              <a:t>2023</a:t>
            </a:r>
            <a:endParaRPr lang="en-IN" dirty="0"/>
          </a:p>
          <a:p>
            <a:r>
              <a:rPr lang="en-IN" dirty="0"/>
              <a:t>Research reviews </a:t>
            </a:r>
            <a:r>
              <a:rPr lang="en-IN" dirty="0" err="1"/>
              <a:t>blockchain</a:t>
            </a:r>
            <a:r>
              <a:rPr lang="en-IN" dirty="0"/>
              <a:t>, QR codes, </a:t>
            </a:r>
            <a:r>
              <a:rPr lang="en-IN" dirty="0" err="1"/>
              <a:t>IoT</a:t>
            </a:r>
            <a:r>
              <a:rPr lang="en-IN" dirty="0"/>
              <a:t> and other technologies for food-supply-chain traceability. </a:t>
            </a:r>
          </a:p>
          <a:p>
            <a:r>
              <a:rPr lang="en-US" dirty="0" err="1" smtClean="0"/>
              <a:t>Blockchain</a:t>
            </a:r>
            <a:r>
              <a:rPr lang="en-US" dirty="0" smtClean="0"/>
              <a:t>-Based Frameworks for Food Traceability – MDPI⁠</a:t>
            </a:r>
          </a:p>
          <a:p>
            <a:r>
              <a:rPr lang="en-IN" dirty="0"/>
              <a:t>https://www.mdpi.com/2304-8158/12/16/3026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/>
              <a:t>Smart Beekeeping / </a:t>
            </a:r>
            <a:r>
              <a:rPr lang="en-IN" b="1" dirty="0" err="1" smtClean="0"/>
              <a:t>IoT</a:t>
            </a:r>
            <a:r>
              <a:rPr lang="en-IN" b="1" dirty="0" smtClean="0"/>
              <a:t>:</a:t>
            </a:r>
          </a:p>
          <a:p>
            <a:r>
              <a:rPr lang="en-IN" dirty="0" smtClean="0"/>
              <a:t>Intelligent </a:t>
            </a:r>
            <a:r>
              <a:rPr lang="en-IN" dirty="0"/>
              <a:t>Beehive Monitoring System Based on </a:t>
            </a:r>
            <a:r>
              <a:rPr lang="en-IN" dirty="0" err="1"/>
              <a:t>IoT</a:t>
            </a:r>
            <a:r>
              <a:rPr lang="en-IN" dirty="0"/>
              <a:t> and Colony State Analysis</a:t>
            </a:r>
          </a:p>
          <a:p>
            <a:r>
              <a:rPr lang="en-IN" dirty="0"/>
              <a:t>Smart Agricultural Technology, </a:t>
            </a:r>
            <a:r>
              <a:rPr lang="en-IN" dirty="0" smtClean="0"/>
              <a:t>2024 Demonstrates </a:t>
            </a:r>
            <a:r>
              <a:rPr lang="en-IN" dirty="0"/>
              <a:t>sensor-based hive/environment monitoring and bee-colony analysis. </a:t>
            </a:r>
            <a:endParaRPr lang="en-IN" dirty="0" smtClean="0"/>
          </a:p>
          <a:p>
            <a:r>
              <a:rPr lang="en-US" dirty="0"/>
              <a:t>Intelligent Beehive Monitoring using </a:t>
            </a:r>
            <a:r>
              <a:rPr lang="en-US" dirty="0" err="1"/>
              <a:t>IoT</a:t>
            </a:r>
            <a:r>
              <a:rPr lang="en-US" dirty="0"/>
              <a:t> – </a:t>
            </a:r>
            <a:r>
              <a:rPr lang="en-IN" dirty="0" err="1" smtClean="0"/>
              <a:t>ScienceDirect</a:t>
            </a:r>
            <a:endParaRPr lang="en-IN" dirty="0" smtClean="0"/>
          </a:p>
          <a:p>
            <a:r>
              <a:rPr lang="en-IN" dirty="0"/>
              <a:t>https://www.sciencedirect.com/science/article/pii/S2772375524001898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/>
              <a:t>Honey </a:t>
            </a:r>
            <a:r>
              <a:rPr lang="en-IN" b="1" dirty="0"/>
              <a:t>Authentication </a:t>
            </a:r>
            <a:r>
              <a:rPr lang="en-IN" b="1" dirty="0" smtClean="0"/>
              <a:t>Research:</a:t>
            </a:r>
            <a:endParaRPr lang="en-IN" b="1" dirty="0"/>
          </a:p>
          <a:p>
            <a:r>
              <a:rPr lang="en-IN" dirty="0"/>
              <a:t>The Molecular Identity of Honey: Toward Reliable Biochemical Authentication</a:t>
            </a:r>
          </a:p>
          <a:p>
            <a:r>
              <a:rPr lang="en-IN" dirty="0"/>
              <a:t>Trends in Food Science &amp; Technology, 2025</a:t>
            </a:r>
          </a:p>
          <a:p>
            <a:r>
              <a:rPr lang="en-IN" dirty="0"/>
              <a:t>Discusses honey authentication using biochemical techniques, AI and digital traceability technologies. </a:t>
            </a:r>
            <a:endParaRPr lang="en-IN" dirty="0" smtClean="0"/>
          </a:p>
          <a:p>
            <a:r>
              <a:rPr lang="en-US" dirty="0" smtClean="0"/>
              <a:t>Molecular Identity of Honey &amp; Authentication – </a:t>
            </a:r>
            <a:r>
              <a:rPr lang="en-IN" dirty="0" err="1" smtClean="0"/>
              <a:t>ScienceDirect</a:t>
            </a:r>
            <a:endParaRPr lang="en-IN" dirty="0" smtClean="0"/>
          </a:p>
          <a:p>
            <a:r>
              <a:rPr lang="en-IN" dirty="0"/>
              <a:t>https://www.sciencedirect.com/science/article/pii/S0924224425004674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8102</TotalTime>
  <Words>370</Words>
  <Application>Microsoft Office PowerPoint</Application>
  <PresentationFormat>Widescreen</PresentationFormat>
  <Paragraphs>80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HiveMesh-IDEA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caculocollege@outlook.in</cp:lastModifiedBy>
  <cp:revision>171</cp:revision>
  <dcterms:created xsi:type="dcterms:W3CDTF">2013-12-12T18:46:50Z</dcterms:created>
  <dcterms:modified xsi:type="dcterms:W3CDTF">2026-09-26T20:37:53Z</dcterms:modified>
  <cp:category/>
</cp:coreProperties>
</file>